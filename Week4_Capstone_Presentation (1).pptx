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Adjustable Phone / Tablet Stand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Engineering Internship Capstone — CAD, Design Calculations &amp; Engineering Drawing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E07A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Nimrah Saleem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36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 Engineering, NED University of Engineering &amp; Technology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52560" y="822960"/>
            <a:ext cx="3108960" cy="3108960"/>
          </a:xfrm>
          <a:prstGeom prst="ellipse">
            <a:avLst/>
          </a:prstGeom>
          <a:solidFill>
            <a:srgbClr val="232D34"/>
          </a:solidFill>
          <a:ln w="12700">
            <a:solidFill>
              <a:srgbClr val="4452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0" y="1508760"/>
            <a:ext cx="1737360" cy="1737360"/>
          </a:xfrm>
          <a:prstGeom prst="ellipse">
            <a:avLst/>
          </a:prstGeom>
          <a:ln w="25400">
            <a:solidFill>
              <a:srgbClr val="E07A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2103120"/>
            <a:ext cx="548640" cy="548640"/>
          </a:xfrm>
          <a:prstGeom prst="ellipse">
            <a:avLst/>
          </a:prstGeom>
          <a:solidFill>
            <a:srgbClr val="E07A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190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adjustable stand, and what it needs to 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Mechanism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334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slot-and-notch angle adjustment concept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Model &amp; Drawings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478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views and fully dimensioned engineering drawing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622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stability so the stand never tips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074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Reflection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37667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steps and what this internship taught me</a:t>
            </a:r>
            <a:endParaRPr lang="en-US" sz="1150" dirty="0"/>
          </a:p>
        </p:txBody>
      </p:sp>
      <p:pic>
        <p:nvPicPr>
          <p:cNvPr id="23" name="Image 0" descr="fig1_angle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554480"/>
            <a:ext cx="4663440" cy="16344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949440" y="33260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selectable viewing angles: 20° / 35° / 50°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phone or tablet needs different viewing angles for different tasks — but most stands only offer one fixed position.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calls, watching videos, and reading all need a different recline — and the stand must never tip over.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234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simple, tool-free adjustable stand that: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975104"/>
            <a:ext cx="128016" cy="12801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83480" y="18470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at least 2–3 distinct viewing angles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2478024"/>
            <a:ext cx="128016" cy="12801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235000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phone/tablet securely without slipping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980944"/>
            <a:ext cx="128016" cy="12801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83480" y="28529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stable and does not tip at any angle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3483864"/>
            <a:ext cx="128016" cy="128016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83480" y="33558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simple enough to build with basic tools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4297680"/>
            <a:ext cx="6675120" cy="18745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4480560"/>
            <a:ext cx="6126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applies CAD modeling, design calculations, and engineering drawing — skills built across Weeks 1–3 — to one complete, independently designed project.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two-part slot-and-notch mechanism — no screws, hinges, or springs needed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Plate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platform with a raised front lip to stop slipping, and a slot in the middle.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Back-Leg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panel with a tab and three notches that lock the recline angle when inserted into the slot.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5166360" cy="1737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35°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POSITION</a:t>
            </a:r>
            <a:endParaRPr lang="en-US" sz="1000" dirty="0"/>
          </a:p>
          <a:p>
            <a:pPr indent="0" marL="0">
              <a:buNone/>
            </a:pPr>
            <a:r>
              <a:rPr lang="en-US" sz="10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389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leg's tab between notch 1, 2, or 3 changes the angle to ~20°, 35°, or 50° — a simple, tool-free adjustment.</a:t>
            </a:r>
            <a:endParaRPr lang="en-US" sz="1100" dirty="0"/>
          </a:p>
        </p:txBody>
      </p:sp>
      <p:pic>
        <p:nvPicPr>
          <p:cNvPr id="12" name="Image 0" descr="fig2_isometric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17320"/>
            <a:ext cx="5120640" cy="528305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 Model — Multiple Views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was checked from every angle before finalizing the drawings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448056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pic>
        <p:nvPicPr>
          <p:cNvPr id="5" name="Image 0" descr="fig5_front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108960" cy="26777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532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View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34840" y="1554480"/>
            <a:ext cx="3566160" cy="448056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pic>
        <p:nvPicPr>
          <p:cNvPr id="8" name="Image 1" descr="fig7_top_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83080"/>
            <a:ext cx="3108960" cy="26808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5532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View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0" y="1554480"/>
            <a:ext cx="3337560" cy="4480560"/>
          </a:xfrm>
          <a:prstGeom prst="rect">
            <a:avLst/>
          </a:prstGeom>
          <a:solidFill>
            <a:srgbClr val="36454F"/>
          </a:solidFill>
          <a:ln/>
        </p:spPr>
      </p:sp>
      <p:pic>
        <p:nvPicPr>
          <p:cNvPr id="11" name="Image 2" descr="fig2_isometric_p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2880360" cy="297171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0" y="55321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Isometric View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Drawing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dimensioned drawing sheet with title block — all measurements in millimeters</a:t>
            </a:r>
            <a:endParaRPr lang="en-US" sz="1250" dirty="0"/>
          </a:p>
        </p:txBody>
      </p:sp>
      <p:pic>
        <p:nvPicPr>
          <p:cNvPr id="4" name="Image 0" descr="fig5_dimensioned_p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956" y="1417320"/>
            <a:ext cx="6035040" cy="52298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Detail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back-leg's tab (10×8 mm) slides into the base slot and locks against one of three notch stops — N1, N2, or N3 — to set the recline angle.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3467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20° — low, typing-friendly angle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94106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35° — default video-call position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5354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50° — steep, video-watching angle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5486400" cy="521208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pic>
        <p:nvPicPr>
          <p:cNvPr id="14" name="Image 0" descr="fig6_exploded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879557"/>
            <a:ext cx="4846320" cy="38304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Calculations — Stability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stand will not tip over at any of its three angles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footprint length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600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1.875 W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est. load w/ 25% margin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1600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 mm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C.G. position (all angles)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394960" cy="3291840"/>
          </a:xfrm>
          <a:prstGeom prst="rect">
            <a:avLst/>
          </a:prstGeom>
          <a:solidFill>
            <a:srgbClr val="232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condition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6576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center of gravity of stand + phone must stay between x = 0 (front) and x = 100 mm (rear) at every angle, or the stand tips.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00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at 20°, 35°, and 50°, the C.G. stayed well within range — confirming the design is stable at every position.</a:t>
            </a:r>
            <a:endParaRPr lang="en-US" sz="1250" dirty="0"/>
          </a:p>
        </p:txBody>
      </p:sp>
      <p:pic>
        <p:nvPicPr>
          <p:cNvPr id="14" name="Image 0" descr="fig4_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3036416"/>
            <a:ext cx="4206240" cy="357408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Assembly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drawing to finished, tested stand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4173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base plate and back-leg from 5 mm acrylic or plywood per the drawing.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49240" cy="14173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3736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slot in the base and the three notches on the leg edge.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349240" cy="14173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38328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all edges smooth, especially the phone-contact edge.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246120"/>
            <a:ext cx="5349240" cy="14173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7033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38328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tab at notch 1 and check the phone sits securely.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349240" cy="14173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3492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0292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notch 2 and notch 3, confirming no tipping or wobble.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892040"/>
            <a:ext cx="5349240" cy="141732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534924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029200"/>
            <a:ext cx="4160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the actual phone/tablet under real use.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Justification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decisions made during this capstone, and why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2062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0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vs. Hinge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tab-and-slot mechanism over a hinge to avoid screws, springs, or extra hardware — simpler to build and more durable for a first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520440" cy="42062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965960"/>
            <a:ext cx="457200" cy="45720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60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Fixed Notches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108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fixed positions over continuous adjustment to keep the mechanism simple while still covering low, medium, and high viewing angles.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520440" cy="42062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1965960"/>
            <a:ext cx="457200" cy="457200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2560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mm Base Length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10896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the base specifically so the combined C.G. stays well within the footprint even at the steepest 50° angle — prioritizing stability.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— What I Learned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weeks, one continuous skill-building arc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5029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2606040" cy="356616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CAD → calculations → drawings workflow and set up my design environment.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06040" cy="5029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29000" y="2240280"/>
            <a:ext cx="2606040" cy="356616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9260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 guided bracket exercise, reinforcing sketch-based feature creation.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5029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240280"/>
            <a:ext cx="2606040" cy="356616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260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adjustable stand independently — my first end-to-end mechanical design.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606040" cy="50292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06840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06840" y="2240280"/>
            <a:ext cx="2606040" cy="3566160"/>
          </a:xfrm>
          <a:prstGeom prst="rect">
            <a:avLst/>
          </a:prstGeom>
          <a:solidFill>
            <a:srgbClr val="F4F4F2"/>
          </a:solidFill>
          <a:ln w="9525">
            <a:solidFill>
              <a:srgbClr val="D8D8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972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292608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the Week 3 design into a complete, presentation-ready engineering package.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Engineering Internship — Capstone Project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069080"/>
            <a:ext cx="2011680" cy="0"/>
          </a:xfrm>
          <a:prstGeom prst="line">
            <a:avLst/>
          </a:prstGeom>
          <a:noFill/>
          <a:ln w="31750">
            <a:solidFill>
              <a:srgbClr val="E07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Nimrah Saleem  |  Design Engineering Internship  |  NED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2026-09-08T19:14:40Z</dcterms:created>
  <dcterms:modified xsi:type="dcterms:W3CDTF">2026-09-08T19:14:40Z</dcterms:modified>
</cp:coreProperties>
</file>